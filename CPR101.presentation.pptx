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64" r:id="rId8"/>
    <p:sldId id="266" r:id="rId9"/>
    <p:sldId id="261" r:id="rId10"/>
    <p:sldId id="267" r:id="rId11"/>
    <p:sldId id="268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76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51337A-31FA-4717-B2BF-9243F96D2B9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Definition of AI (Devin)</a:t>
          </a: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A7F7584C-6CC5-40A2-9566-2842A5DEA97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Skills of Devin</a:t>
          </a: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51A6936C-668E-4912-B1B4-BA2D45D3F62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Prospects</a:t>
          </a:r>
        </a:p>
      </dgm:t>
    </dgm:pt>
    <dgm:pt modelId="{8F7D40F1-9723-47F5-BFD2-340696378D49}" type="parTrans" cxnId="{000FE2BB-9FE6-4965-ADF5-E3E85B644286}">
      <dgm:prSet/>
      <dgm:spPr/>
      <dgm:t>
        <a:bodyPr/>
        <a:lstStyle/>
        <a:p>
          <a:endParaRPr lang="en-US"/>
        </a:p>
      </dgm:t>
    </dgm:pt>
    <dgm:pt modelId="{E68031D9-E3F9-439E-86FC-2A0A3A3988D0}" type="sibTrans" cxnId="{000FE2BB-9FE6-4965-ADF5-E3E85B644286}">
      <dgm:prSet/>
      <dgm:spPr/>
      <dgm:t>
        <a:bodyPr/>
        <a:lstStyle/>
        <a:p>
          <a:endParaRPr lang="en-US"/>
        </a:p>
      </dgm:t>
    </dgm:pt>
    <dgm:pt modelId="{928B5CB8-3545-4EE5-8BED-981D3C6157A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Setbacks</a:t>
          </a:r>
        </a:p>
      </dgm:t>
    </dgm:pt>
    <dgm:pt modelId="{8452F8D0-82FD-4609-B6BD-446E31563D8A}" type="parTrans" cxnId="{085D3777-7996-4375-B5FB-BFD96D1BF9E4}">
      <dgm:prSet/>
      <dgm:spPr/>
      <dgm:t>
        <a:bodyPr/>
        <a:lstStyle/>
        <a:p>
          <a:endParaRPr lang="en-US"/>
        </a:p>
      </dgm:t>
    </dgm:pt>
    <dgm:pt modelId="{8EF545BA-8D8A-4813-A428-2F18D76E61FA}" type="sibTrans" cxnId="{085D3777-7996-4375-B5FB-BFD96D1BF9E4}">
      <dgm:prSet/>
      <dgm:spPr/>
      <dgm:t>
        <a:bodyPr/>
        <a:lstStyle/>
        <a:p>
          <a:endParaRPr lang="en-U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F97419B-1653-4404-8A25-A4EB2811914A}" type="pres">
      <dgm:prSet presAssocID="{C41ED6A4-512C-48AB-901D-671B73446005}" presName="sp" presStyleCnt="0"/>
      <dgm:spPr/>
    </dgm:pt>
    <dgm:pt modelId="{74B4E996-D144-43FA-9C7B-5183D295C315}" type="pres">
      <dgm:prSet presAssocID="{51A6936C-668E-4912-B1B4-BA2D45D3F624}" presName="linNode" presStyleCnt="0"/>
      <dgm:spPr/>
    </dgm:pt>
    <dgm:pt modelId="{1C763A21-352A-41D1-A2E2-E305DABA275D}" type="pres">
      <dgm:prSet presAssocID="{51A6936C-668E-4912-B1B4-BA2D45D3F62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D3735EA-64D5-44A4-9D60-787BDDA83D1A}" type="pres">
      <dgm:prSet presAssocID="{E68031D9-E3F9-439E-86FC-2A0A3A3988D0}" presName="sp" presStyleCnt="0"/>
      <dgm:spPr/>
    </dgm:pt>
    <dgm:pt modelId="{120DCED0-01FF-429D-8B4B-923E0875F75E}" type="pres">
      <dgm:prSet presAssocID="{928B5CB8-3545-4EE5-8BED-981D3C6157A5}" presName="linNode" presStyleCnt="0"/>
      <dgm:spPr/>
    </dgm:pt>
    <dgm:pt modelId="{B9324B26-5FF5-4FF7-9073-66103CBE8481}" type="pres">
      <dgm:prSet presAssocID="{928B5CB8-3545-4EE5-8BED-981D3C6157A5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D51B6075-27E4-4292-9F89-0CC50DF21ED9}" type="presOf" srcId="{51A6936C-668E-4912-B1B4-BA2D45D3F624}" destId="{1C763A21-352A-41D1-A2E2-E305DABA275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085D3777-7996-4375-B5FB-BFD96D1BF9E4}" srcId="{81269538-BFC5-48BB-BEA1-D7AF1F385FD5}" destId="{928B5CB8-3545-4EE5-8BED-981D3C6157A5}" srcOrd="3" destOrd="0" parTransId="{8452F8D0-82FD-4609-B6BD-446E31563D8A}" sibTransId="{8EF545BA-8D8A-4813-A428-2F18D76E61F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A44DF6E5-2150-478D-AAB9-24BC6742BCEE}" type="presOf" srcId="{928B5CB8-3545-4EE5-8BED-981D3C6157A5}" destId="{B9324B26-5FF5-4FF7-9073-66103CBE8481}" srcOrd="0" destOrd="0" presId="urn:microsoft.com/office/officeart/2005/8/layout/vList5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902C8576-A8E1-4C1E-B647-4F0EFC878EDE}" type="presParOf" srcId="{99FD7F24-5BB9-46E8-BB7C-4B477B73B815}" destId="{CF97419B-1653-4404-8A25-A4EB2811914A}" srcOrd="3" destOrd="0" presId="urn:microsoft.com/office/officeart/2005/8/layout/vList5"/>
    <dgm:cxn modelId="{C0AE58B2-3BCF-4A17-9962-82AF5DB00A66}" type="presParOf" srcId="{99FD7F24-5BB9-46E8-BB7C-4B477B73B815}" destId="{74B4E996-D144-43FA-9C7B-5183D295C315}" srcOrd="4" destOrd="0" presId="urn:microsoft.com/office/officeart/2005/8/layout/vList5"/>
    <dgm:cxn modelId="{CC23B1CA-2592-479D-988C-BB870D7E9EC9}" type="presParOf" srcId="{74B4E996-D144-43FA-9C7B-5183D295C315}" destId="{1C763A21-352A-41D1-A2E2-E305DABA275D}" srcOrd="0" destOrd="0" presId="urn:microsoft.com/office/officeart/2005/8/layout/vList5"/>
    <dgm:cxn modelId="{933347A6-BCAF-495A-96A7-208A97A1751A}" type="presParOf" srcId="{99FD7F24-5BB9-46E8-BB7C-4B477B73B815}" destId="{4D3735EA-64D5-44A4-9D60-787BDDA83D1A}" srcOrd="5" destOrd="0" presId="urn:microsoft.com/office/officeart/2005/8/layout/vList5"/>
    <dgm:cxn modelId="{677D4939-AE22-4645-A75D-BD07DA38E78F}" type="presParOf" srcId="{99FD7F24-5BB9-46E8-BB7C-4B477B73B815}" destId="{120DCED0-01FF-429D-8B4B-923E0875F75E}" srcOrd="6" destOrd="0" presId="urn:microsoft.com/office/officeart/2005/8/layout/vList5"/>
    <dgm:cxn modelId="{AF6385C2-1319-4602-9D19-9A89E6EBF57F}" type="presParOf" srcId="{120DCED0-01FF-429D-8B4B-923E0875F75E}" destId="{B9324B26-5FF5-4FF7-9073-66103CBE848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0722F-B757-4673-BD2F-9D4BAB5CEE8D}">
      <dsp:nvSpPr>
        <dsp:cNvPr id="0" name=""/>
        <dsp:cNvSpPr/>
      </dsp:nvSpPr>
      <dsp:spPr>
        <a:xfrm>
          <a:off x="3169920" y="1772"/>
          <a:ext cx="3566160" cy="852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Definition of AI (Devin)</a:t>
          </a:r>
        </a:p>
      </dsp:txBody>
      <dsp:txXfrm>
        <a:off x="3211539" y="43391"/>
        <a:ext cx="3482922" cy="769332"/>
      </dsp:txXfrm>
    </dsp:sp>
    <dsp:sp modelId="{8A3FE5E4-2689-4041-B2C5-C63BC276A3EF}">
      <dsp:nvSpPr>
        <dsp:cNvPr id="0" name=""/>
        <dsp:cNvSpPr/>
      </dsp:nvSpPr>
      <dsp:spPr>
        <a:xfrm>
          <a:off x="3169920" y="896971"/>
          <a:ext cx="3566160" cy="852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Skills of Devin</a:t>
          </a:r>
        </a:p>
      </dsp:txBody>
      <dsp:txXfrm>
        <a:off x="3211539" y="938590"/>
        <a:ext cx="3482922" cy="769332"/>
      </dsp:txXfrm>
    </dsp:sp>
    <dsp:sp modelId="{1C763A21-352A-41D1-A2E2-E305DABA275D}">
      <dsp:nvSpPr>
        <dsp:cNvPr id="0" name=""/>
        <dsp:cNvSpPr/>
      </dsp:nvSpPr>
      <dsp:spPr>
        <a:xfrm>
          <a:off x="3169920" y="1792170"/>
          <a:ext cx="3566160" cy="852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Prospects</a:t>
          </a:r>
        </a:p>
      </dsp:txBody>
      <dsp:txXfrm>
        <a:off x="3211539" y="1833789"/>
        <a:ext cx="3482922" cy="769332"/>
      </dsp:txXfrm>
    </dsp:sp>
    <dsp:sp modelId="{B9324B26-5FF5-4FF7-9073-66103CBE8481}">
      <dsp:nvSpPr>
        <dsp:cNvPr id="0" name=""/>
        <dsp:cNvSpPr/>
      </dsp:nvSpPr>
      <dsp:spPr>
        <a:xfrm>
          <a:off x="3169920" y="2687369"/>
          <a:ext cx="3566160" cy="8525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Setbacks</a:t>
          </a:r>
        </a:p>
      </dsp:txBody>
      <dsp:txXfrm>
        <a:off x="3211539" y="2728988"/>
        <a:ext cx="3482922" cy="769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Rockwell" panose="02060603020205020403" pitchFamily="18" charset="0"/>
              </a:rPr>
              <a:t>FIRST AI SOFTWARE ENGINEER (DEVIN)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3968" y="288197"/>
            <a:ext cx="4231156" cy="832458"/>
          </a:xfrm>
        </p:spPr>
        <p:txBody>
          <a:bodyPr>
            <a:normAutofit fontScale="92500"/>
          </a:bodyPr>
          <a:lstStyle/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Agenda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585420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DD4B2F49-6E4C-1345-BEF0-1B5DD2DF35D4}"/>
              </a:ext>
            </a:extLst>
          </p:cNvPr>
          <p:cNvSpPr txBox="1">
            <a:spLocks/>
          </p:cNvSpPr>
          <p:nvPr/>
        </p:nvSpPr>
        <p:spPr>
          <a:xfrm>
            <a:off x="6958013" y="288197"/>
            <a:ext cx="5207111" cy="83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Definition of AI (Devin)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(Artificial Intelligence) is a computer program capable of mimicking human cognitive functions such as learning, problem-solving, and decision making. Devin as a software engineer, encompass all the capabilities of a human software engineer.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531442D-F41A-710D-D949-74A5D1CD3881}"/>
              </a:ext>
            </a:extLst>
          </p:cNvPr>
          <p:cNvSpPr txBox="1">
            <a:spLocks/>
          </p:cNvSpPr>
          <p:nvPr/>
        </p:nvSpPr>
        <p:spPr>
          <a:xfrm>
            <a:off x="6772275" y="288197"/>
            <a:ext cx="5392849" cy="83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6ABA-2D5E-D613-8725-687E67A4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of Devin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4F54-B008-B7FF-9184-614BEAEBA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build a project using tools that a human developer use,</a:t>
            </a:r>
          </a:p>
          <a:p>
            <a:r>
              <a:rPr lang="en-US" dirty="0"/>
              <a:t>Devin has its own command line,</a:t>
            </a:r>
          </a:p>
          <a:p>
            <a:r>
              <a:rPr lang="en-US" dirty="0"/>
              <a:t>Devin has its own code editor, </a:t>
            </a:r>
          </a:p>
          <a:p>
            <a:r>
              <a:rPr lang="en-US" dirty="0"/>
              <a:t>It has its own browser,</a:t>
            </a:r>
          </a:p>
          <a:p>
            <a:r>
              <a:rPr lang="en-US" dirty="0"/>
              <a:t>it can debug by using its own tools.</a:t>
            </a:r>
            <a:endParaRPr lang="en-CA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4F42DC9-17B4-E88D-F198-33316A9642CC}"/>
              </a:ext>
            </a:extLst>
          </p:cNvPr>
          <p:cNvSpPr txBox="1">
            <a:spLocks/>
          </p:cNvSpPr>
          <p:nvPr/>
        </p:nvSpPr>
        <p:spPr>
          <a:xfrm>
            <a:off x="6943725" y="288197"/>
            <a:ext cx="5221399" cy="83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1116901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0277-24A6-70F3-AD9E-F5823C98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EA009-226F-3268-D382-96F57423F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Devin is helpful for the organizations increase efficiency,</a:t>
            </a:r>
          </a:p>
          <a:p>
            <a:r>
              <a:rPr lang="en-US" dirty="0"/>
              <a:t>It can cut costs, </a:t>
            </a:r>
          </a:p>
          <a:p>
            <a:r>
              <a:rPr lang="en-US" dirty="0"/>
              <a:t>Good for increasing profits, </a:t>
            </a:r>
          </a:p>
          <a:p>
            <a:r>
              <a:rPr lang="en-US" dirty="0"/>
              <a:t>And make better business decisions.</a:t>
            </a:r>
            <a:endParaRPr lang="en-CA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B1E3B9-4454-3EC0-4D28-079D05A8CC67}"/>
              </a:ext>
            </a:extLst>
          </p:cNvPr>
          <p:cNvSpPr txBox="1">
            <a:spLocks/>
          </p:cNvSpPr>
          <p:nvPr/>
        </p:nvSpPr>
        <p:spPr>
          <a:xfrm>
            <a:off x="6886575" y="288197"/>
            <a:ext cx="5278549" cy="83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150943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SETBACKS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will be a changes of roles in job sectors. This could lead to a potential lay offs in particular fields but at the same time it could introduce new type of job roles. However,  the responsibilities of those jobs are unknown at this point.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9DA3370-84E4-1009-97DF-C42DAABB1BC9}"/>
              </a:ext>
            </a:extLst>
          </p:cNvPr>
          <p:cNvSpPr txBox="1">
            <a:spLocks/>
          </p:cNvSpPr>
          <p:nvPr/>
        </p:nvSpPr>
        <p:spPr>
          <a:xfrm>
            <a:off x="6500813" y="288197"/>
            <a:ext cx="5664311" cy="83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20DA-7534-A871-E44B-9CD98AE3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87193-4B5D-02B9-4A17-B9AF37835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Overall, AI encompasses both the capability and the application of intelligent machines. The field is constantly evolving, aiming to create machines that can perform increasingly complex tasks and potentially even achieve human-level intelligence in the future.</a:t>
            </a:r>
            <a:endParaRPr lang="en-CA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D1B8E1-F23D-40FE-F40B-F13F83544C95}"/>
              </a:ext>
            </a:extLst>
          </p:cNvPr>
          <p:cNvSpPr txBox="1">
            <a:spLocks/>
          </p:cNvSpPr>
          <p:nvPr/>
        </p:nvSpPr>
        <p:spPr>
          <a:xfrm>
            <a:off x="6872288" y="288197"/>
            <a:ext cx="5292836" cy="83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971136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0BBC4-55A9-0B8C-8F8D-0396C337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23A7E-16E1-6FCF-F598-C03173DDB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https://www.youtube.com/watch?v=fjHtjT7GO1c</a:t>
            </a:r>
          </a:p>
          <a:p>
            <a:r>
              <a:rPr lang="en-CA" dirty="0"/>
              <a:t>https://www.youtube.com/watch?v=t8Fow7mMrhQ</a:t>
            </a:r>
          </a:p>
          <a:p>
            <a:r>
              <a:rPr lang="en-CA" dirty="0"/>
              <a:t>https://www.youtube.com/watch?v=L8C7_X2PD-Q</a:t>
            </a:r>
          </a:p>
          <a:p>
            <a:endParaRPr lang="en-CA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5378238-A0F5-00D1-5A36-F9FFD3211E02}"/>
              </a:ext>
            </a:extLst>
          </p:cNvPr>
          <p:cNvSpPr txBox="1">
            <a:spLocks/>
          </p:cNvSpPr>
          <p:nvPr/>
        </p:nvSpPr>
        <p:spPr>
          <a:xfrm>
            <a:off x="6657975" y="288197"/>
            <a:ext cx="5507149" cy="83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108374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7682-EC0F-A3D3-7313-71287528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264" y="2528888"/>
            <a:ext cx="5486400" cy="2571750"/>
          </a:xfrm>
        </p:spPr>
        <p:txBody>
          <a:bodyPr/>
          <a:lstStyle/>
          <a:p>
            <a:r>
              <a:rPr lang="en-US" dirty="0"/>
              <a:t>Thank you</a:t>
            </a:r>
            <a:endParaRPr lang="en-CA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F5E319B-3CB4-961B-E2D3-638895603ED2}"/>
              </a:ext>
            </a:extLst>
          </p:cNvPr>
          <p:cNvSpPr txBox="1">
            <a:spLocks/>
          </p:cNvSpPr>
          <p:nvPr/>
        </p:nvSpPr>
        <p:spPr>
          <a:xfrm>
            <a:off x="6678724" y="288197"/>
            <a:ext cx="5486400" cy="83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Humyra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Sultana Borna</a:t>
            </a:r>
          </a:p>
        </p:txBody>
      </p:sp>
    </p:spTree>
    <p:extLst>
      <p:ext uri="{BB962C8B-B14F-4D97-AF65-F5344CB8AC3E}">
        <p14:creationId xmlns:p14="http://schemas.microsoft.com/office/powerpoint/2010/main" val="2316661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29</TotalTime>
  <Words>307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Rockwell</vt:lpstr>
      <vt:lpstr>Tahoma</vt:lpstr>
      <vt:lpstr>Tw Cen MT</vt:lpstr>
      <vt:lpstr>Circuit</vt:lpstr>
      <vt:lpstr>FIRST AI SOFTWARE ENGINEER (DEVIN)</vt:lpstr>
      <vt:lpstr>Agenda</vt:lpstr>
      <vt:lpstr>Definition of AI (Devin)</vt:lpstr>
      <vt:lpstr>Skills of Devin</vt:lpstr>
      <vt:lpstr>Prospects</vt:lpstr>
      <vt:lpstr>SETBACKS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AI SOFTWARE ENGINEER (DEVIN)</dc:title>
  <dc:creator>Dil Humayra Sultana</dc:creator>
  <cp:lastModifiedBy>Dil Humayra Sultana</cp:lastModifiedBy>
  <cp:revision>1</cp:revision>
  <dcterms:created xsi:type="dcterms:W3CDTF">2024-03-19T00:58:29Z</dcterms:created>
  <dcterms:modified xsi:type="dcterms:W3CDTF">2024-03-19T01:28:01Z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